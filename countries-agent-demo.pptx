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200400"/>
            <a:ext cx="1645920" cy="16459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Agent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AI agent powered by LangGraph + Groq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·  Groq / LLaMA-3.3-70B  ·  FastAPI  ·  REST Countries API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51560"/>
            <a:ext cx="731520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43000" y="1600200"/>
            <a:ext cx="20574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7099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212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LLaMA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600200"/>
            <a:ext cx="20574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7099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212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restcountries.com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600200"/>
            <a:ext cx="20574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7099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80760" y="2212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LLaMA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286000"/>
            <a:ext cx="4114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7872" y="2221992"/>
            <a:ext cx="13716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2286000"/>
            <a:ext cx="4114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6752" y="2221992"/>
            <a:ext cx="13716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76272" y="2971800"/>
            <a:ext cx="0" cy="50292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645152" y="2971800"/>
            <a:ext cx="0" cy="50292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176272" y="3474720"/>
            <a:ext cx="246888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3774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→ END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POST /api/query  ·  GET /api/health  ·  Swagger /docs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1097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(JSON)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Three-Node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IDENTIFY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Groq / LLaMA-3.3-70B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country name from query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requested fields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query relevance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structured JSON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5176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FETCH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664208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involved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restcountries.com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raw payload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404 / 5xx errors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clean data dict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517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2651760" cy="56692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058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SYNTHESIZE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1664208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Groq / LLaMA-3.3-70B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answer in API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natural language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fields gracefully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final answer string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Flow — 'What is the population of Germany?'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554480" cy="1170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IDENTIFY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069848"/>
            <a:ext cx="6309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parses query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"country_name": "Germany", "requested_fields": ["population"], "is_valid_query": true 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130552"/>
            <a:ext cx="54864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58568"/>
            <a:ext cx="822960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58568"/>
            <a:ext cx="1554480" cy="1170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58568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FETCH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2368296"/>
            <a:ext cx="6309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restcountries.com/v3.1/name/germany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 "common_name": "Germany", "population": 83240525, ... 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3429000"/>
            <a:ext cx="54864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57016"/>
            <a:ext cx="822960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57016"/>
            <a:ext cx="1554480" cy="11704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57016"/>
            <a:ext cx="1554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SYNTHESIZE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3666744"/>
            <a:ext cx="6309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grounds answer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population of Germany is approximately 83,240,525."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Flow — Error Handling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'What is the capital of Narnia?'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877824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1554480" cy="8778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554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IDENTIFY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103327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"country_name": "Narnia", "is_valid_query": true }  ✓ passes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877824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47672"/>
            <a:ext cx="1554480" cy="8778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47672"/>
            <a:ext cx="1554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FETCH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2020824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/name/narnia  →  404 Not Found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CountryNotFoundError raised  →  error field 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8229600" cy="877824"/>
          </a:xfrm>
          <a:prstGeom prst="rect">
            <a:avLst/>
          </a:prstGeom>
          <a:solidFill>
            <a:srgbClr val="FFFFFF"/>
          </a:solidFill>
          <a:ln w="19050">
            <a:solidFill>
              <a:srgbClr val="9E9E9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35224"/>
            <a:ext cx="1554480" cy="877824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35224"/>
            <a:ext cx="1554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SKIPPED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300837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 edge detects error → routes to 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Synthesize node is never called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Response  →  { "error": "Country not found: No country found matching 'Narnia'.", "success": false 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Behaviour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64592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Multi-Stage Build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48132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python:3.12-slim base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app user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Layer-cached deps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health checks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164592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Swagger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9472" y="148132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/api/query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/api/health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/docs 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164592" cy="1691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71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Boundaries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3558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CountryNotFoundError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APIConnectionError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APIError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 failures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0233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80360"/>
            <a:ext cx="164592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971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9472" y="33558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duration_ms in response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logged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Trade-offs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Known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no conversation history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disambiguation uses API fuzzy search; 'Congo' returns first match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free tier: 14,400 req/day rate limit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node is synchronous (blocks async event loop)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caching — identical queries always hit the LLM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02336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Design Trade-offs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572768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separates concerns: each node is independently testable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for all providers — single client, swap via env var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normalised in tools.py — downstream code never sees raw schema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make error routing explicit, not implicit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default: free tier + fast inference, easy to switch provider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Locally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1298448"/>
            <a:ext cx="786384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44752"/>
            <a:ext cx="3931920" cy="32918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38528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deps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Add your key to .env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GROQ_API_KEY=gsk_...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Start the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Open in browser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44752"/>
            <a:ext cx="3931920" cy="32918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 to try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96596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population of Germany?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currency does Japan use?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languages are spoken in Switzerland?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France's neighbouring countries?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capital of Narnia?  ← error case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28032"/>
            <a:ext cx="8046720" cy="18288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2803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github.com/SamarthaKhare/countries-agent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Countries Agent</dc:title>
  <dc:subject>PptxGenJS Presentation</dc:subject>
  <dc:creator>Samartha Khare</dc:creator>
  <cp:lastModifiedBy>Samartha Khare</cp:lastModifiedBy>
  <cp:revision>1</cp:revision>
  <dcterms:created xsi:type="dcterms:W3CDTF">2026-04-29T08:54:06Z</dcterms:created>
  <dcterms:modified xsi:type="dcterms:W3CDTF">2026-04-29T08:54:06Z</dcterms:modified>
</cp:coreProperties>
</file>